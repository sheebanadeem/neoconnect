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45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D4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4008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CIVIC TECH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NeoConnect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Civic Complaint Management System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platform enabling staff to submit complaints,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cases, and drive transparent resolutions.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Built with Next.js  ·  Node.js  ·  MongoDB  ·  JWT Auth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NeoConnect Solve?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10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No Structured Process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Staff complaints were handled informally with no tracking system or escalation path.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3736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810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No Accountability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1945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Cases were lost or ignored without any record of who handled them or what actions were taken.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278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No Visibility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Management had no data on complaint volumes, patterns, or resolution rates across departments.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5468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278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246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No Role Separation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6118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Anyone could view or modify any case  :no role-based access or controlled workflow existed.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1F3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SOLUTION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NeoConnect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All-in-One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137160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09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17099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</a:rPr>
              <a:t>Submit Complaints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3055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Staff submit structured complaints with category, severity, department &amp; attachments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600200"/>
            <a:ext cx="2743200" cy="137160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6002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709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77056" y="17099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</a:rPr>
              <a:t>Secretariat Inbox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13055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Secretariat reviews incoming cases and assigns them to appropriate case managers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600200"/>
            <a:ext cx="2743200" cy="137160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6002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709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🧑‍💼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21424" y="17099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</a:rPr>
              <a:t>Case Manager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213055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Case managers view assigned cases, update status, and add resolution notes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2743200" cy="137160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5468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</a:rPr>
              <a:t>Analytics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68503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Live charts show case volumes by department, category, status and hotspot alerts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3154680"/>
            <a:ext cx="2743200" cy="137160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315468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🗳️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77056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</a:rPr>
              <a:t>Staff Polls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68503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Admins create polls; staff vote and view live pie chart results per question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63056" y="3154680"/>
            <a:ext cx="2743200" cy="137160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15468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21424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</a:rPr>
              <a:t>Public Transparency Hub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54496" y="368503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Resolved complaints are publicly visible to show accountability and outcomes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ROLE-BASED ACCESS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User Roles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54480"/>
            <a:ext cx="192024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72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Staff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42316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Submit complaints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9169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Track complaint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41071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View Public Hub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90448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Vote on polls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5544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554480"/>
            <a:ext cx="192024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572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2316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Secretariat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32888" y="242316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View all cases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32888" y="29169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Assign case managers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2888" y="341071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Monitor workflow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32888" y="390448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Access inbox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5544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554480"/>
            <a:ext cx="192024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572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🧑‍💼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 Manager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81728" y="242316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View assigned cases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81728" y="29169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Update case status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81728" y="341071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Add resolution notes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81728" y="390448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View attachments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15544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0840" y="1554480"/>
            <a:ext cx="192024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1572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2084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30568" y="242316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Full system access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30568" y="29169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Create polls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30568" y="341071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View analytics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30568" y="390448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✓  </a:t>
            </a:r>
            <a:r>
              <a:rPr lang="en-US" sz="1000" dirty="0">
                <a:solidFill>
                  <a:srgbClr val="334155"/>
                </a:solidFill>
              </a:rPr>
              <a:t>Manage all routes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1F3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SECURITY &amp; AUTHENTICATION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822960" cy="822960"/>
          </a:xfrm>
          <a:prstGeom prst="ellipse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5786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User Login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9718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Email + Password sent to /auth/login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54480" y="2011680"/>
            <a:ext cx="411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4872" y="1600200"/>
            <a:ext cx="822960" cy="822960"/>
          </a:xfrm>
          <a:prstGeom prst="ellipse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04872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93392" y="25786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Token Issued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29718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Backend signs JWT with role &amp; user 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3552" y="2011680"/>
            <a:ext cx="411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23944" y="1600200"/>
            <a:ext cx="822960" cy="822960"/>
          </a:xfrm>
          <a:prstGeom prst="ellipse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23944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12464" y="25786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Token Stored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12464" y="29718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Frontend saves token in localStorage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92624" y="2011680"/>
            <a:ext cx="411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3016" y="1600200"/>
            <a:ext cx="822960" cy="822960"/>
          </a:xfrm>
          <a:prstGeom prst="ellipse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43016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31536" y="25786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Request Sent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31536" y="29718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Authorization: Bearer &lt;token&gt; header added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11696" y="2011680"/>
            <a:ext cx="411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1600200"/>
            <a:ext cx="822960" cy="822960"/>
          </a:xfrm>
          <a:prstGeom prst="ellipse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62088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50608" y="25786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Role Verified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50608" y="29718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Middleware checks role before allowing access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8595360" cy="96012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82219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CFBF1"/>
                </a:solidFill>
              </a:rPr>
              <a:t>🔐  bcrypt Password Hashing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606040" y="382219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CFBF1"/>
                </a:solidFill>
              </a:rPr>
              <a:t>⏳  7-Day Token Expiry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382219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CFBF1"/>
                </a:solidFill>
              </a:rPr>
              <a:t>🛡️  Role-based Route Guards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03720" y="382219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CFBF1"/>
                </a:solidFill>
              </a:rPr>
              <a:t>🚫  403 on Unauthorized Access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1F3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COMPLAINT LIFECYCLE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Case Management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603504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64008" cy="6035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0876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1655064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3B82F6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6550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</a:rPr>
              <a:t>Staff: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8105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Submits complaint with category, department, severity &amp; file attachment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95360" cy="603504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12848"/>
            <a:ext cx="64008" cy="6035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21284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2359152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591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Assigned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2258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</a:rPr>
              <a:t>Secretariat: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514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Reviews complaint and assigns to appropriate Case Manager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16936"/>
            <a:ext cx="8595360" cy="603504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16936"/>
            <a:ext cx="64008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91693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3063240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 Progress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</a:rPr>
              <a:t>Case Manager: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2186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Investigates case, adds notes and updates progress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21024"/>
            <a:ext cx="8595360" cy="603504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621024"/>
            <a:ext cx="64008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62102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0120" y="3767328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EF4444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37673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Escalated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03120" y="3666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</a:rPr>
              <a:t>Auto (cron):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39227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Auto-escalated if unresolved after 7 days via node-cron job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325112"/>
            <a:ext cx="8595360" cy="603504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325112"/>
            <a:ext cx="64008" cy="6035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32511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0120" y="4471416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22C55E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44714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Resolved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0312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</a:rPr>
              <a:t>Case Manager: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03120" y="46268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Marks resolved; case appears on Public Transparency Hub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ANALYTICS &amp;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56032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36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Cases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560320" cy="82296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36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Tracked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1938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508760"/>
            <a:ext cx="2560320" cy="822960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36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Auto-detected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1938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Hotspot Alerts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24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Cases by Department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Bar Chart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Recharts BarChart showing complaint volumes per department with live counts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51460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51460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624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Cases by Category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Pie Chart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91840" y="3364992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PieChart with color-coded segments per complaint category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51460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51460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624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Hotspot Alerts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Alert Cards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26480" y="3364992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Aggregation query flags dept+category combos with 5+ complaints as hotspots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1F3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TECH STACK &amp;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65960" cy="333756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1965960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087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Next.js 14 (App Router)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6151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TypeScript + Tailwind CSS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1455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Recharts + Chart.js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675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React Hooks (useState, useEffect)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localStorage JWT storage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1508760"/>
            <a:ext cx="1965960" cy="333756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508760"/>
            <a:ext cx="196596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15087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Node.js + Express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42032" y="26151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JWT (jsonwebtoken)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42032" y="31455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bcryptjs password hashing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42032" y="3675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Multer (file uploads)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42032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node-cron (auto escalation)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864" y="1508760"/>
            <a:ext cx="1965960" cy="333756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508760"/>
            <a:ext cx="196596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626864" y="15087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304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MongoDB Atlas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18304" y="26151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Mongoose ODM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18304" y="31455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Aggregation Pipelines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18304" y="3675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ObjectId Relationships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18304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Auto-timestamping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03136" y="1508760"/>
            <a:ext cx="1965960" cy="333756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03136" y="1508760"/>
            <a:ext cx="1965960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803136" y="15087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94576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Vercel (Frontend)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94576" y="26151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Render (Backend)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94576" y="31455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GitHub (Source Control)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94576" y="3675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Environment Variables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94576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▸  </a:t>
            </a:r>
            <a:r>
              <a:rPr lang="en-US" sz="950" dirty="0">
                <a:solidFill>
                  <a:srgbClr val="94A3B8"/>
                </a:solidFill>
              </a:rPr>
              <a:t>CORS Configuration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DEVELOPMENT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NeoConnect Was Built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502920" cy="658368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544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79552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55448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1591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Requirements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8745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Broke down the 5.4 assignment spec into discrete features: JWT auth, role-based access, session persistence, and complaint workflow.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502920" cy="65836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3957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395728"/>
            <a:ext cx="79552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395728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2432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Backend First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715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Built the Express API layer first — models, auth routes, middleware — so frontend could be wired to real endpoints from day one.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236976"/>
            <a:ext cx="502920" cy="658368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2369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236976"/>
            <a:ext cx="79552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236976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Incremental Frontend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35570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Built each Next.js page independently, connecting to the live backend and adding JWT token headers progressively per page.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78224"/>
            <a:ext cx="502920" cy="658368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40782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4078224"/>
            <a:ext cx="79552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407822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Test &amp; Iterate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3982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Manually tested each role by creating demo accounts. Fixed role mismatches, duplicate routes, and Linux case-sensitivity issues on deployment.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F3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CHALLENGES FACED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Overcame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60520" cy="150876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</a:rPr>
              <a:t>JWT Integration Across All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A5A5"/>
                </a:solidFill>
              </a:rPr>
              <a:t>Problem: </a:t>
            </a:r>
            <a:r>
              <a:rPr lang="en-US" sz="900" dirty="0">
                <a:solidFill>
                  <a:srgbClr val="94A3B8"/>
                </a:solidFill>
              </a:rPr>
              <a:t>Each frontend page was calling the backend without the Authorization header, causing 401/403 errors silently.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423160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E7B7"/>
                </a:solidFill>
              </a:rPr>
              <a:t>Fix: </a:t>
            </a:r>
            <a:r>
              <a:rPr lang="en-US" sz="900" dirty="0">
                <a:solidFill>
                  <a:srgbClr val="94A3B8"/>
                </a:solidFill>
              </a:rPr>
              <a:t>Added localStorage.getItem("token") + Authorization: Bearer header to every fetch call, and a useEffect login redirect guard on each protected page.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4160520" cy="150876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508760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1600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</a:rPr>
              <a:t>Linux Case-Sensitivity on Render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201168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A5A5"/>
                </a:solidFill>
              </a:rPr>
              <a:t>Problem: </a:t>
            </a:r>
            <a:r>
              <a:rPr lang="en-US" sz="900" dirty="0">
                <a:solidFill>
                  <a:srgbClr val="94A3B8"/>
                </a:solidFill>
              </a:rPr>
              <a:t>Windows ignores file name capitalisation, so require("./models/case") worked locally but crashed on Render's Linux server.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18888" y="2423160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E7B7"/>
                </a:solidFill>
              </a:rPr>
              <a:t>Fix: </a:t>
            </a:r>
            <a:r>
              <a:rPr lang="en-US" sz="900" dirty="0">
                <a:solidFill>
                  <a:srgbClr val="94A3B8"/>
                </a:solidFill>
              </a:rPr>
              <a:t>Renamed all require() paths to match exact file names (e.g. Case.js, User.js) and pushed the fix to trigger a clean redeploy.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172968"/>
            <a:ext cx="4160520" cy="150876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72968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644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2644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</a:rPr>
              <a:t>Role Mismatch Blocking Case Assignment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3675888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A5A5"/>
                </a:solidFill>
              </a:rPr>
              <a:t>Problem: </a:t>
            </a:r>
            <a:r>
              <a:rPr lang="en-US" sz="900" dirty="0">
                <a:solidFill>
                  <a:srgbClr val="94A3B8"/>
                </a:solidFill>
              </a:rPr>
              <a:t>The /cases/assign route required secretariat role, but the logged-in demo user was staff — so MongoDB was never updated.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4087368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E7B7"/>
                </a:solidFill>
              </a:rPr>
              <a:t>Fix: </a:t>
            </a:r>
            <a:r>
              <a:rPr lang="en-US" sz="900" dirty="0">
                <a:solidFill>
                  <a:srgbClr val="94A3B8"/>
                </a:solidFill>
              </a:rPr>
              <a:t>Created correct role-specific demo accounts and verified each route's auth middleware matched the logged-in user's role exactly.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172968"/>
            <a:ext cx="4160520" cy="1508760"/>
          </a:xfrm>
          <a:prstGeom prst="rect">
            <a:avLst/>
          </a:prstGeom>
          <a:solidFill>
            <a:srgbClr val="112D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72968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2644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32644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</a:rPr>
              <a:t>ObjectId String vs Object Mismatch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888" y="3675888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A5A5"/>
                </a:solidFill>
              </a:rPr>
              <a:t>Problem: </a:t>
            </a:r>
            <a:r>
              <a:rPr lang="en-US" sz="900" dirty="0">
                <a:solidFill>
                  <a:srgbClr val="94A3B8"/>
                </a:solidFill>
              </a:rPr>
              <a:t>Case.find({ assignedTo: managerId }) returned empty results because the string ID didn't match MongoDB's stored ObjectId.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18888" y="4087368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E7B7"/>
                </a:solidFill>
              </a:rPr>
              <a:t>Fix: </a:t>
            </a:r>
            <a:r>
              <a:rPr lang="en-US" sz="900" dirty="0">
                <a:solidFill>
                  <a:srgbClr val="94A3B8"/>
                </a:solidFill>
              </a:rPr>
              <a:t>Wrapped the query with new mongoose.Types.ObjectId(managerId) to ensure type-correct comparison in MongoDB.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ASSUMPTIONS &amp; DESIGN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 &amp; Unique Considerations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023360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08760"/>
            <a:ext cx="40233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BF1"/>
                </a:solidFill>
              </a:rPr>
              <a:t>📌  Assumptions Made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334155"/>
                </a:solidFill>
              </a:rPr>
              <a:t>Users are internal staff only — no public registration allowed by default.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334155"/>
                </a:solidFill>
              </a:rPr>
              <a:t>Roles are assigned at registration; staff cannot self-promote to admin.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8803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334155"/>
                </a:solidFill>
              </a:rPr>
              <a:t>A complaint tracking ID (NEO-YYYY-NNN) is auto-generated and unique per submission.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33375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334155"/>
                </a:solidFill>
              </a:rPr>
              <a:t>File attachments are stored on the server filesystem, not a CDN.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7947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334155"/>
                </a:solidFill>
              </a:rPr>
              <a:t>Any case unresolved for 7+ days is automatically escalated without manual review.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42519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334155"/>
                </a:solidFill>
              </a:rPr>
              <a:t>The Public Transparency Hub shows all resolved cases with no anonymisation.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429768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508760"/>
            <a:ext cx="42976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Unique Considerations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984248"/>
            <a:ext cx="42976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984248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0116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Auto-Escalation via Cron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2311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node-cron runs hourly to auto-escalate stale cases — no manual intervention needed.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532888"/>
            <a:ext cx="42976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532888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560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Anonymous Complaint Option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7797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Staff can submit complaints anonymously, balancing accountability with safety.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081528"/>
            <a:ext cx="42976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081528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1089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Case Tracking Without Login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3284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The Track Complaint page is intentionally public so anyone with a tracking ID can check status.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630168"/>
            <a:ext cx="42976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3630168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6576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Duplicate Route Bug Fix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3877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The /assign/:id route was defined twice in the codebase — identified and removed to prevent silent overrides.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4178808"/>
            <a:ext cx="429768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4178808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42062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Cross-Platform Deployment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44256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Developed on Windows, deployed on Linux — required explicit file-name casing fixes before Render would boot.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1F3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DEMO GUIDE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 NeoConnect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65176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36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Staff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staff@test.com  /  123456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Steps: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1.  Login as Staff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07238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2.  Go to Submit Complaint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566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3.  Fill in category, dept, severity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0599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4.  Submit — note the Tracking 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508760"/>
            <a:ext cx="265176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536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Secretariat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54680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secretariat@test.com  /  123456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Steps: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5786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1.  Login as Secretariat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307238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2.  Go to Secretariat Inbox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3566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3.  Find the submitted case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40599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4.  Click Assign Case Manager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150876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508760"/>
            <a:ext cx="265176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536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Case Manager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manager@test.com  /  123456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Steps: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25786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1.  Login as Case Manager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307238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2.  Go to My Cases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3566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3.  Change status to Resolved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40599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4.  Add notes to the case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818888"/>
            <a:ext cx="8595360" cy="31089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BF1"/>
                </a:solidFill>
              </a:rPr>
              <a:t>💡  Tip: After resolving, check the Public Transparency Hub to see the case appear publicly.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7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FBF1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NeoConnect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2560320" y="1783080"/>
            <a:ext cx="40233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FBF1"/>
                </a:solidFill>
              </a:rPr>
              <a:t>A complete, production-ready civic complaint platform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JWT Auth with Role-Based Access Control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606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Full Complaint Lifecycle — Submit → Assign → Resolve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81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Auto-Escalation via node-cron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3081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Live Analytics Dashboard with Charts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Staff Polls with Real-Time Vote Counts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5570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Deployed on Vercel + Render + MongoDB Atlas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SHEEBA NADEEM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1345</Words>
  <Application>Microsoft Office PowerPoint</Application>
  <PresentationFormat>On-screen Show (16:9)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sheeba Nadeem</cp:lastModifiedBy>
  <cp:revision>2</cp:revision>
  <dcterms:created xsi:type="dcterms:W3CDTF">2026-03-14T05:36:57Z</dcterms:created>
  <dcterms:modified xsi:type="dcterms:W3CDTF">2026-03-14T05:49:46Z</dcterms:modified>
</cp:coreProperties>
</file>